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19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Разработка симуляционной платформы для обучения уязвимостям SQL Injection и Cross-Site Scripting (XSS)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Bef>
                <a:spcPts val="1500"/>
              </a:spcBef>
              <a:defRPr sz="1600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Индивидуальный Проект по Направлению «Информационная безопасность»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CA3AF"/>
                </a:solidFill>
              </a:defRPr>
            </a:pPr>
            <a:r>
              <a:t>ВЫПОЛНИЛ:</a:t>
            </a:r>
          </a:p>
          <a:p>
            <a:pPr>
              <a:defRPr sz="1800" b="1">
                <a:solidFill>
                  <a:srgbClr val="F3F4F6"/>
                </a:solidFill>
              </a:defRPr>
            </a:pPr>
            <a:r>
              <a:t>М. Жураев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Студент 3 курса, группа 647-23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295" y="38404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CA3AF"/>
                </a:solidFill>
              </a:defRPr>
            </a:pPr>
            <a:r>
              <a:t>НАУЧНЫЙ РУКОВОДИТЕЛЬ:</a:t>
            </a:r>
          </a:p>
          <a:p>
            <a:pPr>
              <a:defRPr sz="1800" b="1">
                <a:solidFill>
                  <a:srgbClr val="F3F4F6"/>
                </a:solidFill>
              </a:defRPr>
            </a:pPr>
            <a:r>
              <a:t>Н. Абдулхамидова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Преподаватель кафедры «ПИиКБ»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A3AF"/>
                </a:solidFill>
              </a:defRPr>
            </a:pPr>
            <a:r>
              <a:t>ФЕРГАНСКИЙ ГОСУДАРСТВЕННЫЙ ТЕХНИЧЕСКИЙ УНИВЕРСИТЕТ</a:t>
            </a:r>
            <a:br/>
            <a:r>
              <a:t>ФАКУЛЬТЕТ ИНФОРМАЦИОННЫХ ТЕХНОЛОГИЙ И ТЕЛЕКОММУНИКАЦИЙ</a:t>
            </a:r>
            <a:br/>
            <a:r>
              <a:t>Фергана —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ВВЕДЕНИЕ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Актуальность и проблематика темы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Современные вызовы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Веб-приложения составляют основу цифрового мира, обрабатывая приватные данные, финансы и государственные услуги.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Согласно OWASP, уязвимости SQL-инъекций и XSS остаются самыми опасными и распространенными угрозами в течение 15 лет.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Каждую секунду в мире регистрируется около 80 атак на веб-сервисы, а годовой ущерб киберпреступности достиг 9.5 трлн долларов.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Проблема и Решение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Проблема: Традиционные платформы обучения (WebGoat, DVWA) сложны в развертывании, требуют серверов, баз данных, Docker.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Также в них присутствует языковой барьер (англоязычные интерфейсы), что замедляет образовательный процесс.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500"/>
              </a:spcBef>
              <a:defRPr sz="14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Наше решение: Создание простого клиентского симулятора на русском языке, запускаемого мгновенно в браузере и на 100% безопасного.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ПЛАНИРОВАНИЕ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Цель и задачи проекта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4695" y="15062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🎯 Главная цель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500"/>
              </a:spcBef>
              <a:defRPr sz="1600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Разработка наглядного, безопасного и легкодоступного симулятора веб-уязвимостей для практического обучения студентов информационной безопасности и разработчиков методам выявления и блокирования SQL Injection и XSS атак.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Платформа ориентирована на простое сопоставление уязвимого и защищенного кода на стороне клиента.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🛠️ Ключевые задачи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1. Исследовать теоретические аспекты и схемы реализации SQLi и XSS атак.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2. Спроектировать легкую архитектуру приложения без серверной зависимости.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3. Реализовать уязвимый и безопасный модули симуляции с выводом логов.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4. Разработать встроенные тест-кейсы для наглядности.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5. Провести кроссбраузерное тестирование и подтвердить эффективность защиты.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t>ТЕОРЕТИЧЕСКАЯ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Основы ИБ и Триада CIA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Триада CIA (ЦРУ)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Конфиденциальность (Confidentiality) - ограничение доступа. SQL-инъекция позволяет прочесть скрытые данные БД.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Целостность (Integrity) - неизменность данных. Успешная SQLi атака позволяет хакеру изменить или удалить БД (UPDATE, DROP).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Доступность (Availability) - работоспособность. DoS/DDoS атаки ломают доступность, а Ransomware шифрует файлы.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Дополнительные принципы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Аутентичность - верификация источника данных (SSL сертификаты, цифровая подпись).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Неотказуемость - невозможность отказаться от сделанных транзакций (логирование в блокчейне).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Подотчетность - логирование действий каждого пользователя в журналах аудита.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200"/>
              </a:spcBef>
              <a:defRPr sz="13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Разрабатываемый симулятор наглядно показывает, как именно SQLi нарушает Конфиденциальность и Целостность, а XSS - данные сессий пользователей.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УГРОЗЫ БЕЗОПАСНОСТИ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Анализ уязвимости SQL Injection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Что такое SQL Injection?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SQL Injection (Внедрение SQL-кода) — класс атак, при котором злоумышленник внедряет SQL-инструкции в поля ввода, влияя на логику СУБД.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Причина: Слияние ввода с телом SQL-запроса через конкатенацию: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500"/>
              </a:spcBef>
              <a:defRPr sz="1400" b="1">
                <a:solidFill>
                  <a:srgbClr val="EF4444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SELECT * FROM users WHERE name = 'user_input'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Схема эксплуатации и последствия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Ввод строки: ' OR '1'='1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500"/>
              </a:spcBef>
              <a:defRPr sz="1200">
                <a:solidFill>
                  <a:srgbClr val="EF4444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Результирующий запрос в СУБД: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SELECT * FROM users WHERE name = '' OR '1'='1'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Последствия: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- Обход авторизации: доступ в ЛК администратора.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- Утечка данных: полный слив таблиц БД.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- Модификация и удаление данных (DROP, UPDATE).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УГРОЗЫ БЕЗОПАСНОСТИ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Cross-Site Scripting (XSS)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Межсайтовый скриптинг (XSS)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XSS возникает, когда пользовательские данные выводятся на страницу без предварительного экранирования HTML.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 b="1">
                <a:solidFill>
                  <a:srgbClr val="EF4444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Пример внедрения скрипта: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&lt;script&gt;alert(document.cookie)&lt;/script&gt;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 b="1">
                <a:solidFill>
                  <a:srgbClr val="EF4444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Пример скрытого внедрения через картинки: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&lt;img src=x onerror=alert('XSS')&gt;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Классификация и риски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Хранимая (Stored XSS) - сохраняется в БД (отзывы, блоги) и атакует всех посетителей страницы.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Отраженная (Reflected XSS) - передается в GET-параметрах запроса и сразу возвращается жертве.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DOM-based XSS - изменение структуры страницы скриптами на клиенте.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Последствия: Кража авторизационных Cookies (Session Hijacking), фишинг, внедрение фейковых форм, перенаправления.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ПРАКТИЧЕСКАЯ ЧАСТЬ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Технологический стек проекта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Инструменты разработки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HTML5 - семантическая разметка и структура визуальных панелей.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CSS3 - макет Grid и Flexbox, стеклянный эффект (Glassmorphism), анимации.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JavaScript (ES6) - разбор SQL-инъекций, симуляция ответов базы данных, экранирование тегов XSS.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Local Storage и Clipboard API - сохранение настроек и копирование логов.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Преимущества выбора стека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Автономность: Работает полностью в браузере на клиенте. Не требует бэкенд сервера.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Безопасность: Нет риска заражения реального сервера или базы данных.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Доступность: Легкий запуск двойным щелчком по файлу на любых ОС.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500"/>
              </a:spcBef>
              <a:defRPr sz="14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Это идеальное образовательное решение с нулевым порогом входа для учебных заведений!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ПРАКТИЧЕСКАЯ ЧАСТЬ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Архитектура симуляционной платформы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Модульная структура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Интерфейсный модуль (UI)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Деление на «Уязвимую» (красную) и «Безопасную» (зеленую) панели для наглядного сравнения результатов атак.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Модуль анализа (Query Parser)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Скрипт simulator.js принимает ввод, ищет сигнатуры SQLi и XSS паттернов, формирует интерактивный лог.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Виртуальная БД в ОЗУ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Массив объектов JavaScript с учетными записями пользователей, симулирующий реальную выборку из СУБД.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Процесс выполнения запроса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1. Пользователь вводит текст в поле уязвимой или безопасной части.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2. Нажатие кнопки вызывает функции vulnSearch() или safeSearch().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3. Поиск подстрок по сигнатурам (DROP, UNION, &lt;script&gt;, onerror).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4. В уязвимой версии SQLi выводит скрытых пользователей из ОЗУ.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5. В безопасной версии применяется экранирование и параметризация.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6. Результаты форматируются и выводятся на экран в стиле терминала.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ПРАКТИЧЕСКАЯ ЧАСТЬ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Реализация защитных механизмов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Защита от SQL Injection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Использование параметризованных запросов.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Вместо сборки SQL-запроса через склеивание строк, СУБД компилирует структуру отдельно: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SELECT * FROM users WHERE name = 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Ввод пользователя передается строго как параметр. Любые кавычки трактуются как обычный текст и не могут изменить логику БД.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Защита от XSS атак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HTML Entity Encoding (Экранирование HTML символов).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Все опасные символы преобразуются в сущности перед выводом на веб-страницу: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Courier New" panose="020703090202050204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&lt;  --&gt;  &amp;lt;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&gt;  --&gt;  &amp;gt;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&amp;  --&gt;  &amp;amp;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"  --&gt;  &amp;quot;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  '  --&gt;  &amp;#39;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Браузер просто выводит код как текстовую строку, вредоносный JavaScript не запускается.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ПРАКТИЧЕСКАЯ ЧАСТЬ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Интерактивный демонстрационный стенд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Схема демонстрационного стенда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 веб-версию презентации (prezentatsiya.html) встроен полноценный живой симулятор веб-атак, позволяющий наглядно защищать проект: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Раздельные кнопки тестирования уязвимого и защищенного режимов.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Встроенные готовые пресеты атак для экономии времени докладчика.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Имитация терминала с подробными логами безопасности и выводом данных виртуальной СУБД.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Сценарий показа на защите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Шаг 1. Кликните пресет «SQLi: Обход авторизации» и нажмите «Уязвимый». На экране отобразится утечка таблицы пользователей с паролями.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Шаг 2. Нажмите «Безопасный». На экране появится зеленый лог с описанием работы параметризованного запроса, атака заблокирована.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Шаг 3. Выберите пресет «XSS: Внедрение тега script» и нажмите «Уязвимый». Вы получите всплывающее окно симуляции XSS.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Шаг 4. Нажмите «Безопасный» для просмотра работы HTML-экранирования. Код выведен как текст, браузер в безопасности.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АНАЛИЗ РЕЗУЛЬТАТОВ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Результаты тестирования симулятора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Статистика тест-кейсов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Всего разработано и протестировано 45 тест-кейсов по 4 группам: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Группа 1: SQL Injection (Уязвимая) - 10 тестов (100% успещно)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Группа 2: XSS атаки (Уязвимая) - 10 тестов (100% успешно)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Группа 3: SQL Injection (Безопасная) - 5 тестов (100% успешно)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Группа 4: XSS атаки (Безопасная) - 5 тестов (100% успешно)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Доп. функции (очистка, буфер обмена) - 15 тестов (100% успешно)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Кроссбраузерное тестирование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Проверено поведение симулятора на различных движках и устройствах: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Google Chrome (Движок Blink) - 5 / 5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Рендеринг и логика симуляции работают безупречно.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Mozilla Firefox (Движок Gecko) - 5 / 5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Полная совместимость со всеми стилями CSS Grid и шрифтами.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Safari (WebKit / iOS) - 5 / 5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Отличная адаптивность интерфейса на экранах мобильных устройств.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Итоги проекта и перспективы развития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9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Результаты работы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 ходе проекта все поставленные задачи были полностью решены.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Проведен комплексный анализ векторов атак SQLi и XSS.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Реализовано клиентское приложение-тренажер, не требующее серверной настройки, что упрощает внедрение в учебный процесс.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300" b="1">
                <a:solidFill>
                  <a:srgbClr val="F3F4F6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Практическая ценность: Готовое наглядное пособие для вузов по дисциплинам информационной безопасности.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91B28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F3F4F6"/>
                </a:solidFill>
                <a:latin typeface="Plus Jakarta San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Перспективы развития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Добавление других типов веб-уязвимостей из OWASP Top 10 (CSRF, Path Traversal, SSRF).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Интеграция системы автоматических квизов (тестов с оценкой) для проверки успеваемости.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Визуальный интерактивный трассировщик данных: демонстрация прохождения пакета данных с анимацией.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8812</Words>
  <Application>WPS Presentation</Application>
  <PresentationFormat>On-screen Show (4:3)</PresentationFormat>
  <Paragraphs>184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Plus Jakarta Sans</vt:lpstr>
      <vt:lpstr>Segoe Print</vt:lpstr>
      <vt:lpstr>Courier New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WPS_1774854506</cp:lastModifiedBy>
  <cp:revision>2</cp:revision>
  <dcterms:created xsi:type="dcterms:W3CDTF">2013-01-27T09:14:00Z</dcterms:created>
  <dcterms:modified xsi:type="dcterms:W3CDTF">2026-05-21T06:02:50Z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DE1382D5A9B34E148F5BD8D38DD22AA7_12</vt:lpwstr>
  </property>
</Properties>
</file>